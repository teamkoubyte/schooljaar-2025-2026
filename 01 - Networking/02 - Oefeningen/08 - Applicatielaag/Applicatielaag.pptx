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3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3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9392-A61F-6F7E-3CE7-6CCB089E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AEFFC-0533-2ACA-FB19-EA33B5E2E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1FB98-7D39-D6F1-A97D-B6833AE12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82F09-5A21-B450-6F6F-68F962614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0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Applicatielaag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11480" y="26060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Shape 7"/>
          <p:cNvSpPr/>
          <p:nvPr/>
        </p:nvSpPr>
        <p:spPr>
          <a:xfrm>
            <a:off x="7772400" y="201168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Applicatielaag?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Hoogste laag in het OSI-model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interface voor eindgebruikers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Koppelt software aan het netwerk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Beheert data-uitwisseling en -formaat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comm. tussen apps onderling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voor bijna al ons internetgebruik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143000"/>
            <a:ext cx="32461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5577840" y="11430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Applicatielaag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636776"/>
            <a:ext cx="324612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5577840" y="16367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Presentatielaag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130552"/>
            <a:ext cx="3246120" cy="438912"/>
          </a:xfrm>
          <a:prstGeom prst="rect">
            <a:avLst/>
          </a:prstGeom>
          <a:solidFill>
            <a:srgbClr val="DCE8F5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5577840" y="2130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Sessielaag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624328"/>
            <a:ext cx="324612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5577840" y="26243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Transportlaag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3118104"/>
            <a:ext cx="3246120" cy="438912"/>
          </a:xfrm>
          <a:prstGeom prst="rect">
            <a:avLst/>
          </a:prstGeom>
          <a:solidFill>
            <a:srgbClr val="DCE8F5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Text 14"/>
          <p:cNvSpPr/>
          <p:nvPr/>
        </p:nvSpPr>
        <p:spPr>
          <a:xfrm>
            <a:off x="5577840" y="311810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Netwerklaag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611880"/>
            <a:ext cx="324612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Text 16"/>
          <p:cNvSpPr/>
          <p:nvPr/>
        </p:nvSpPr>
        <p:spPr>
          <a:xfrm>
            <a:off x="5577840" y="36118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Datalinklaag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4105656"/>
            <a:ext cx="3246120" cy="438912"/>
          </a:xfrm>
          <a:prstGeom prst="rect">
            <a:avLst/>
          </a:prstGeom>
          <a:solidFill>
            <a:srgbClr val="DCE8F5"/>
          </a:solidFill>
          <a:ln w="12700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8"/>
          <p:cNvSpPr/>
          <p:nvPr/>
        </p:nvSpPr>
        <p:spPr>
          <a:xfrm>
            <a:off x="5577840" y="41056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Fysieke laag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0972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" y="1435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Webbrowsen &amp; beveiliging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09728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1" name="Shape 9"/>
          <p:cNvSpPr/>
          <p:nvPr/>
        </p:nvSpPr>
        <p:spPr>
          <a:xfrm>
            <a:off x="4526280" y="1097280"/>
            <a:ext cx="1097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4727448" y="11521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/ SFTP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1435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Bestandsoverdracht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84708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Text 14"/>
          <p:cNvSpPr/>
          <p:nvPr/>
        </p:nvSpPr>
        <p:spPr>
          <a:xfrm>
            <a:off x="521208" y="190195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" y="21854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verzenden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84708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9" name="Shape 17"/>
          <p:cNvSpPr/>
          <p:nvPr/>
        </p:nvSpPr>
        <p:spPr>
          <a:xfrm>
            <a:off x="4526280" y="1847088"/>
            <a:ext cx="10972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8"/>
          <p:cNvSpPr/>
          <p:nvPr/>
        </p:nvSpPr>
        <p:spPr>
          <a:xfrm>
            <a:off x="4727448" y="190195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27448" y="21854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 → IP-adres omzetting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59689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3" name="Shape 21"/>
          <p:cNvSpPr/>
          <p:nvPr/>
        </p:nvSpPr>
        <p:spPr>
          <a:xfrm>
            <a:off x="320040" y="2596896"/>
            <a:ext cx="109728" cy="65836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4" name="Text 22"/>
          <p:cNvSpPr/>
          <p:nvPr/>
        </p:nvSpPr>
        <p:spPr>
          <a:xfrm>
            <a:off x="521208" y="26517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/ IMAP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" y="2935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ontvangen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259689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7" name="Shape 25"/>
          <p:cNvSpPr/>
          <p:nvPr/>
        </p:nvSpPr>
        <p:spPr>
          <a:xfrm>
            <a:off x="4526280" y="2596896"/>
            <a:ext cx="109728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8" name="Text 26"/>
          <p:cNvSpPr/>
          <p:nvPr/>
        </p:nvSpPr>
        <p:spPr>
          <a:xfrm>
            <a:off x="4727448" y="26517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27448" y="2935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Beveiligde shell-toegang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34670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1" name="Shape 29"/>
          <p:cNvSpPr/>
          <p:nvPr/>
        </p:nvSpPr>
        <p:spPr>
          <a:xfrm>
            <a:off x="320040" y="3346704"/>
            <a:ext cx="10972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2" name="Text 30"/>
          <p:cNvSpPr/>
          <p:nvPr/>
        </p:nvSpPr>
        <p:spPr>
          <a:xfrm>
            <a:off x="521208" y="34015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1208" y="36850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Netwerkbeheer &amp; monitoring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334670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5" name="Shape 33"/>
          <p:cNvSpPr/>
          <p:nvPr/>
        </p:nvSpPr>
        <p:spPr>
          <a:xfrm>
            <a:off x="4526280" y="3346704"/>
            <a:ext cx="109728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6" name="Text 34"/>
          <p:cNvSpPr/>
          <p:nvPr/>
        </p:nvSpPr>
        <p:spPr>
          <a:xfrm>
            <a:off x="4727448" y="34015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27448" y="36850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terminal (onveilig)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Apparaten &amp; Componenten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heeft geen klassieke hardware — wél gespecialiseerde netwerkapparaten en -diensten.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Bemiddelt verkeer tussen client en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71907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3" name="Shape 11"/>
          <p:cNvSpPr/>
          <p:nvPr/>
        </p:nvSpPr>
        <p:spPr>
          <a:xfrm>
            <a:off x="3154680" y="1719072"/>
            <a:ext cx="26974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3291840" y="1865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Firewall (WAF)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Filtert kwaadaardig HTTP-verkeer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71907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7" name="Shape 15"/>
          <p:cNvSpPr/>
          <p:nvPr/>
        </p:nvSpPr>
        <p:spPr>
          <a:xfrm>
            <a:off x="5989320" y="1719072"/>
            <a:ext cx="269748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Text 16"/>
          <p:cNvSpPr/>
          <p:nvPr/>
        </p:nvSpPr>
        <p:spPr>
          <a:xfrm>
            <a:off x="6126480" y="1865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Verdeelt aanvragen over meerdere servers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2697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2" name="Text 20"/>
          <p:cNvSpPr/>
          <p:nvPr/>
        </p:nvSpPr>
        <p:spPr>
          <a:xfrm>
            <a:off x="457200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Routeert verkeer op basis van inhoud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60604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5" name="Shape 23"/>
          <p:cNvSpPr/>
          <p:nvPr/>
        </p:nvSpPr>
        <p:spPr>
          <a:xfrm>
            <a:off x="3154680" y="2606040"/>
            <a:ext cx="269748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6" name="Text 24"/>
          <p:cNvSpPr/>
          <p:nvPr/>
        </p:nvSpPr>
        <p:spPr>
          <a:xfrm>
            <a:off x="3291840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Distribueert content via edge-servers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260604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9" name="Shape 27"/>
          <p:cNvSpPr/>
          <p:nvPr/>
        </p:nvSpPr>
        <p:spPr>
          <a:xfrm>
            <a:off x="5989320" y="2606040"/>
            <a:ext cx="2697480" cy="914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0" name="Text 28"/>
          <p:cNvSpPr/>
          <p:nvPr/>
        </p:nvSpPr>
        <p:spPr>
          <a:xfrm>
            <a:off x="6126480" y="2752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Beheert en beveiligt API-verkeer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Werking in de praktijk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jij typt een URL in je browser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162763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804672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28216" y="1883664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320040" y="222199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typt URL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523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stuurt verzoek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62763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2377440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00984" y="1883664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Text 13"/>
          <p:cNvSpPr/>
          <p:nvPr/>
        </p:nvSpPr>
        <p:spPr>
          <a:xfrm>
            <a:off x="1892808" y="222199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DNS-lookup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92808" y="2523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 → IP-adres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50208" y="162763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Text 16"/>
          <p:cNvSpPr/>
          <p:nvPr/>
        </p:nvSpPr>
        <p:spPr>
          <a:xfrm>
            <a:off x="3950208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73752" y="1883664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8"/>
          <p:cNvSpPr/>
          <p:nvPr/>
        </p:nvSpPr>
        <p:spPr>
          <a:xfrm>
            <a:off x="3465576" y="222199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HTTP-verzoek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65576" y="2523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/pagina HTTP/1.1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22976" y="162763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Text 21"/>
          <p:cNvSpPr/>
          <p:nvPr/>
        </p:nvSpPr>
        <p:spPr>
          <a:xfrm>
            <a:off x="5522976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46520" y="1883664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5" name="Text 23"/>
          <p:cNvSpPr/>
          <p:nvPr/>
        </p:nvSpPr>
        <p:spPr>
          <a:xfrm>
            <a:off x="5038344" y="222199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antwoord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38344" y="2523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+ HTML-data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95744" y="162763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8" name="Text 26"/>
          <p:cNvSpPr/>
          <p:nvPr/>
        </p:nvSpPr>
        <p:spPr>
          <a:xfrm>
            <a:off x="7095744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11112" y="222199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2523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zichtbaar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063240"/>
            <a:ext cx="41605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2" name="Text 30"/>
          <p:cNvSpPr/>
          <p:nvPr/>
        </p:nvSpPr>
        <p:spPr>
          <a:xfrm>
            <a:off x="457200" y="31272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Client-zijde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begrijpt de data-inhoud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met gebruikersnamen &amp; sessies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Voegt authenticatie toe aan verzoeken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063240"/>
            <a:ext cx="416052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5" name="Text 33"/>
          <p:cNvSpPr/>
          <p:nvPr/>
        </p:nvSpPr>
        <p:spPr>
          <a:xfrm>
            <a:off x="4800600" y="31272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Server-zijde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Vertaalt namen naar IP via DNS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beheerd op Layer 7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TLS-handshake op dit niveau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weetjes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09728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502920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bestaat al since 1971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van de oudste internetprotocollen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45536" y="114300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2" name="Shape 10"/>
          <p:cNvSpPr/>
          <p:nvPr/>
        </p:nvSpPr>
        <p:spPr>
          <a:xfrm>
            <a:off x="3145536" y="114300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3328416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28416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DNS-verzoeken per dag wereldwijd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28416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verwerkt enorm veel lookups/seconde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71032" y="114300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7" name="Shape 15"/>
          <p:cNvSpPr/>
          <p:nvPr/>
        </p:nvSpPr>
        <p:spPr>
          <a:xfrm>
            <a:off x="5971032" y="1143000"/>
            <a:ext cx="109728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Text 16"/>
          <p:cNvSpPr/>
          <p:nvPr/>
        </p:nvSpPr>
        <p:spPr>
          <a:xfrm>
            <a:off x="6153912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53912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Nieuwste versie van HTTP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53912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Gebaseerd op QUIC i.p.v. TCP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2" name="Shape 20"/>
          <p:cNvSpPr/>
          <p:nvPr/>
        </p:nvSpPr>
        <p:spPr>
          <a:xfrm>
            <a:off x="320040" y="2212848"/>
            <a:ext cx="109728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Text 21"/>
          <p:cNvSpPr/>
          <p:nvPr/>
        </p:nvSpPr>
        <p:spPr>
          <a:xfrm>
            <a:off x="502920" y="22677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" y="2596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TLS-encryptie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Versleutelt alle data in transit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45536" y="221284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7" name="Shape 25"/>
          <p:cNvSpPr/>
          <p:nvPr/>
        </p:nvSpPr>
        <p:spPr>
          <a:xfrm>
            <a:off x="3145536" y="2212848"/>
            <a:ext cx="109728" cy="9601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8" name="Text 26"/>
          <p:cNvSpPr/>
          <p:nvPr/>
        </p:nvSpPr>
        <p:spPr>
          <a:xfrm>
            <a:off x="3328416" y="22677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28416" y="2596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vervangt het onveilige Telnet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28416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Geïntroduceerd in 1995 door Tatu Ylönen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71032" y="221284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2" name="Shape 30"/>
          <p:cNvSpPr/>
          <p:nvPr/>
        </p:nvSpPr>
        <p:spPr>
          <a:xfrm>
            <a:off x="5971032" y="2212848"/>
            <a:ext cx="10972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3" name="Text 31"/>
          <p:cNvSpPr/>
          <p:nvPr/>
        </p:nvSpPr>
        <p:spPr>
          <a:xfrm>
            <a:off x="6153912" y="22677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53912" y="2596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draait al op SMTP </a:t>
            </a:r>
            <a:r>
              <a:rPr lang="en-US" sz="1150" b="1" dirty="0" err="1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</a:t>
            </a: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1982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53912" y="2834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821, één van de langstlevende RFC's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91415-2E5F-4FCA-24F7-B6EAE259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422108-58A4-2B33-B5D7-4F09A668F495}"/>
              </a:ext>
            </a:extLst>
          </p:cNvPr>
          <p:cNvSpPr/>
          <p:nvPr/>
        </p:nvSpPr>
        <p:spPr>
          <a:xfrm>
            <a:off x="457200" y="18562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</a:t>
            </a:r>
            <a:endParaRPr lang="en-US" sz="6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53F2A7-1B34-DEBC-5F8F-61D26CAD7064}"/>
              </a:ext>
            </a:extLst>
          </p:cNvPr>
          <p:cNvSpPr/>
          <p:nvPr/>
        </p:nvSpPr>
        <p:spPr>
          <a:xfrm>
            <a:off x="41148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170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317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Applicatielaag – Layer 7</dc:title>
  <dc:subject>PptxGenJS Presentation</dc:subject>
  <dc:creator>PptxGenJS</dc:creator>
  <cp:lastModifiedBy>Mohamed Koubaa</cp:lastModifiedBy>
  <cp:revision>2</cp:revision>
  <dcterms:created xsi:type="dcterms:W3CDTF">2026-05-10T20:59:50Z</dcterms:created>
  <dcterms:modified xsi:type="dcterms:W3CDTF">2026-05-11T06:42:28Z</dcterms:modified>
</cp:coreProperties>
</file>