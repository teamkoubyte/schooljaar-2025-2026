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4C787C-040D-1754-FCAB-874219702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5FAC5A5-9115-10B5-4A06-7663AC09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7FA01C0-941F-629A-E1E7-494D9590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554E838-A97D-4291-FCD1-6012025B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38B6A6-D6B9-DDF3-CE06-03DDC47A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7476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FD70A-A949-9A1A-37E3-07AC6FC6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65D0ADC-1442-806B-0E45-592EF1B9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826F18E-8730-2F19-4107-BC326599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4571CB9-C9B2-E20D-A81A-DC51C656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764CB7-A763-7E85-28B7-EF8CE474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500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8A90A-817F-9806-BA31-054BD51A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1C3BF24-36B2-000C-9562-FE57D7FC0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43D588C-2362-1A31-8C6D-ECFD141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60125F-EF8F-7AA7-E222-38708E62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88A11BD-ED4F-EEB5-3F7D-7F6D8FC0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905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45493-930D-A99E-8EEB-9DE0BC98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5CF1BC1-5564-D392-4178-B2D3A1D03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BD1ADB1-B025-8B3A-43C5-F71A5CC00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BEC2CC9-0374-C4FE-29D0-0FD1FE208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C9E9791-4BFA-C458-AD26-07F9F613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6AB0267-841C-C4F3-0B2F-49B55361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134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3FFA2-F9AB-9190-E3E1-FBAA3566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B9DF24D-82A3-4670-8591-DEEAD5AF5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67B19BE-D1FC-8D9D-AC66-C9F22C916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4127EBE-2F54-0339-63CA-A42491EE9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2E6F9B4-D34C-C583-F19B-E97E68D46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F1CA7EF-5B8E-B8A0-3B43-DE874F02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D43927E-8BE8-12F1-8E1B-E2BFB088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8B71227-5CDD-937F-1B94-A6493B06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7701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FCF138-864B-5E74-C41E-7D8C107E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1F616E0-2AC4-FB7E-0BFD-65FDB54A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4BA56D8-84B6-681D-0808-4A848B3F8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AEAC90A-A4E8-9ADE-038E-F3C0CD36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503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92D4272-A751-1E91-0DFB-9980AFE8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3D665F-7281-4C99-6FEC-B0304321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C42916D-3427-0F77-379F-E6241413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742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47BD9-50D6-E11C-FE82-C773323D5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CDB027-2C06-DB34-3E6D-A541B9BE3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67C89EE-DBE4-C375-9D22-E3B085E00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8537596-2DF0-3F5B-F2D5-E715A958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5575D33-E965-166F-92C7-B3851F7C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66F7C67-8E7F-F3A6-D74F-F0D4E2C3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12696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32E86E-04FD-7D7A-534C-3354F7D4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30DB50C-B9EE-1630-4685-C50242EF9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EFBF35-0CE1-BBF6-AB26-073A80A6B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BA94D1B-04B2-176B-C693-F4ECEC5A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69C5EA6-0196-0AAA-714B-7C5C650D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4201562-089E-E2BA-6805-5727598B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463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7178B-E129-018F-C99C-4205BDEB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B2F80FC-CF09-A071-00C2-7E99059A3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6C79D4-A9D7-E2FE-D540-BF822408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3A937D-7AE5-F54E-421E-9FEB79595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5913571-FD97-85C9-36CB-2FCC00ECF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52896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E704080-5BEB-5724-C7E1-19D3F366D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5D477C4-F2F4-6179-C959-47F852E3F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9975081-A3F6-49B1-93DF-B0EB83FF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FE345B-02AE-B98C-4695-50B83052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49144D3-AF66-7668-32A0-202254DC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098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6535BD7-D97B-B240-7628-369AF85D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1FDCDC9-A54F-1AD2-2B03-AF062D417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BDAA6E9-B456-F24A-8E82-C9EE962F4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E1B12-B395-4E32-B671-F78DA13485CA}" type="datetimeFigureOut">
              <a:rPr lang="nl-BE" smtClean="0"/>
              <a:t>7/11/2025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9CBFB0-00B0-AC60-4817-A0E192BBE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CC57ABC-E1FF-EA51-2266-14BBB414A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1F295-7358-4A82-B94E-D7132C1FE5A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560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779ECA-8AA5-D725-334E-8D3442402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Mijn ideale school</a:t>
            </a:r>
            <a:endParaRPr lang="nl-BE" dirty="0"/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0C2AEA1F-5AAE-734E-DB26-89488BCD8D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0676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93B5A0-DE2C-7F76-45C7-BC8F5BDAE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Inhoud: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656EE7-14FE-1743-7ECB-90C238F51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nl-NL" dirty="0"/>
              <a:t>Kosten &amp; financiering</a:t>
            </a:r>
          </a:p>
          <a:p>
            <a:r>
              <a:rPr lang="nl-NL" dirty="0"/>
              <a:t>Kledingbeleid</a:t>
            </a:r>
          </a:p>
          <a:p>
            <a:r>
              <a:rPr lang="nl-NL" dirty="0"/>
              <a:t>Regels &amp; schoolcultuur</a:t>
            </a:r>
          </a:p>
          <a:p>
            <a:r>
              <a:rPr lang="nl-NL" dirty="0"/>
              <a:t>Lessen &amp; rooster</a:t>
            </a:r>
          </a:p>
          <a:p>
            <a:r>
              <a:rPr lang="nl-NL" dirty="0"/>
              <a:t>Gebouw &amp; inrichting</a:t>
            </a:r>
          </a:p>
          <a:p>
            <a:r>
              <a:rPr lang="nl-NL" dirty="0"/>
              <a:t>Richtingen &amp; studiekeuzes</a:t>
            </a:r>
          </a:p>
          <a:p>
            <a:r>
              <a:rPr lang="nl-NL" dirty="0"/>
              <a:t>Gelijkheid op school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54005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A50D7-9CB8-3439-E43F-F80A4E55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Kosten &amp; financiering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4A92BC0-9730-DE58-42B1-689E24F12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nl-NL" b="1" dirty="0"/>
              <a:t>Gratis onderwijs</a:t>
            </a:r>
            <a:r>
              <a:rPr lang="nl-NL" dirty="0"/>
              <a:t>: iedereen kan naar school zonder dat geld een probleem is.</a:t>
            </a:r>
          </a:p>
          <a:p>
            <a:r>
              <a:rPr lang="nl-NL" b="1" dirty="0"/>
              <a:t>Overheid </a:t>
            </a:r>
            <a:r>
              <a:rPr lang="nl-NL" dirty="0"/>
              <a:t>en</a:t>
            </a:r>
            <a:r>
              <a:rPr lang="nl-NL" b="1" dirty="0"/>
              <a:t> lokale partners </a:t>
            </a:r>
            <a:r>
              <a:rPr lang="nl-NL" dirty="0"/>
              <a:t>betalen samen de school.</a:t>
            </a:r>
          </a:p>
          <a:p>
            <a:r>
              <a:rPr lang="nl-NL" dirty="0"/>
              <a:t>Elke </a:t>
            </a:r>
            <a:r>
              <a:rPr lang="nl-NL" b="1" dirty="0"/>
              <a:t>leerling</a:t>
            </a:r>
            <a:r>
              <a:rPr lang="nl-NL" dirty="0"/>
              <a:t> kan een uitstap doen </a:t>
            </a:r>
            <a:r>
              <a:rPr lang="nl-NL" b="1" dirty="0"/>
              <a:t>zonder</a:t>
            </a:r>
            <a:r>
              <a:rPr lang="nl-NL" dirty="0"/>
              <a:t> te betalen</a:t>
            </a:r>
          </a:p>
          <a:p>
            <a:pPr marL="0" indent="0">
              <a:buNone/>
            </a:pPr>
            <a:endParaRPr lang="nl-BE" b="1" dirty="0"/>
          </a:p>
        </p:txBody>
      </p:sp>
    </p:spTree>
    <p:extLst>
      <p:ext uri="{BB962C8B-B14F-4D97-AF65-F5344CB8AC3E}">
        <p14:creationId xmlns:p14="http://schemas.microsoft.com/office/powerpoint/2010/main" val="393825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109B60-B431-C232-FEAB-017A9B97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Uniform / Kledingbeleid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E372AE3-7C38-BB14-6673-70BE2D8C0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6137" cy="4351338"/>
          </a:xfrm>
        </p:spPr>
        <p:txBody>
          <a:bodyPr/>
          <a:lstStyle/>
          <a:p>
            <a:r>
              <a:rPr lang="nl-NL" b="1" dirty="0"/>
              <a:t>Geen</a:t>
            </a:r>
            <a:r>
              <a:rPr lang="nl-NL" dirty="0"/>
              <a:t> </a:t>
            </a:r>
            <a:r>
              <a:rPr lang="nl-NL" b="1" dirty="0"/>
              <a:t>uniform</a:t>
            </a:r>
            <a:r>
              <a:rPr lang="nl-NL" dirty="0"/>
              <a:t> </a:t>
            </a:r>
            <a:r>
              <a:rPr lang="nl-NL" b="1" dirty="0"/>
              <a:t>verplicht</a:t>
            </a:r>
            <a:r>
              <a:rPr lang="nl-NL" dirty="0"/>
              <a:t>, zodat leerlingen zichzelf kunnen uitdrukken.</a:t>
            </a:r>
            <a:endParaRPr lang="nl-NL" b="1" dirty="0"/>
          </a:p>
          <a:p>
            <a:r>
              <a:rPr lang="nl-NL" b="1" dirty="0"/>
              <a:t>Regels:</a:t>
            </a:r>
            <a:r>
              <a:rPr lang="nl-NL" dirty="0"/>
              <a:t> kleding moet netjes, veilig en respectvol zijn.</a:t>
            </a:r>
          </a:p>
          <a:p>
            <a:r>
              <a:rPr lang="nl-NL" b="1" dirty="0"/>
              <a:t>Voorbeelden</a:t>
            </a:r>
            <a:r>
              <a:rPr lang="nl-NL" dirty="0"/>
              <a:t>: geen kapotte kleding, geen beledigende teksten</a:t>
            </a:r>
          </a:p>
          <a:p>
            <a:r>
              <a:rPr lang="nl-NL" b="1" dirty="0"/>
              <a:t>Speciale</a:t>
            </a:r>
            <a:r>
              <a:rPr lang="nl-NL" dirty="0"/>
              <a:t> </a:t>
            </a:r>
            <a:r>
              <a:rPr lang="nl-NL" b="1" dirty="0"/>
              <a:t>dagen</a:t>
            </a:r>
            <a:r>
              <a:rPr lang="nl-NL" dirty="0"/>
              <a:t>: themadagen zoals sportdag, 100-dagen enz.</a:t>
            </a:r>
          </a:p>
        </p:txBody>
      </p:sp>
    </p:spTree>
    <p:extLst>
      <p:ext uri="{BB962C8B-B14F-4D97-AF65-F5344CB8AC3E}">
        <p14:creationId xmlns:p14="http://schemas.microsoft.com/office/powerpoint/2010/main" val="398011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56E13-FC4B-9CA5-3A34-201E92F6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Regels &amp; schoolcultuur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00572C-9276-62B9-F54D-B5C4554AC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5257799" cy="4351338"/>
          </a:xfrm>
        </p:spPr>
        <p:txBody>
          <a:bodyPr>
            <a:normAutofit fontScale="85000" lnSpcReduction="20000"/>
          </a:bodyPr>
          <a:lstStyle/>
          <a:p>
            <a:r>
              <a:rPr lang="nl-NL" b="1" dirty="0"/>
              <a:t>Weinig, duidelijke regels</a:t>
            </a:r>
            <a:r>
              <a:rPr lang="nl-NL" dirty="0"/>
              <a:t>: pesten niet toegestaan, iedereen respecteert elkaar.  </a:t>
            </a:r>
          </a:p>
          <a:p>
            <a:r>
              <a:rPr lang="nl-NL" b="1" dirty="0"/>
              <a:t>Samenwerking en verantwoordelijkheid</a:t>
            </a:r>
            <a:r>
              <a:rPr lang="nl-NL" dirty="0"/>
              <a:t>: leerlingen helpen elkaar en zorgen dat het goed gaat op school.  </a:t>
            </a:r>
          </a:p>
          <a:p>
            <a:r>
              <a:rPr lang="nl-NL" b="1" dirty="0"/>
              <a:t>Leerlingenraad</a:t>
            </a:r>
            <a:r>
              <a:rPr lang="nl-NL" dirty="0"/>
              <a:t>: leerlingen mogen mee beslissen over schoolfeesten, regels, uitstappen en projecten.  </a:t>
            </a:r>
          </a:p>
          <a:p>
            <a:r>
              <a:rPr lang="nl-NL" b="1" dirty="0"/>
              <a:t>Voorbeelden</a:t>
            </a:r>
            <a:r>
              <a:rPr lang="nl-NL" dirty="0"/>
              <a:t>: als een leerling een idee heeft voor een groene schooltuin, kan dat plan samen met de school uitgevoerd worden.</a:t>
            </a:r>
          </a:p>
        </p:txBody>
      </p:sp>
    </p:spTree>
    <p:extLst>
      <p:ext uri="{BB962C8B-B14F-4D97-AF65-F5344CB8AC3E}">
        <p14:creationId xmlns:p14="http://schemas.microsoft.com/office/powerpoint/2010/main" val="143261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04B3E-5259-3692-70AE-CD631C70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Lessen &amp; rooster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16D4B4C-EDEB-6187-D0C8-50CF39E2A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0640130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175</Words>
  <Application>Microsoft Office PowerPoint</Application>
  <PresentationFormat>Breedbeeld</PresentationFormat>
  <Paragraphs>24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Kantoorthema</vt:lpstr>
      <vt:lpstr>Mijn ideale school</vt:lpstr>
      <vt:lpstr>Inhoud:</vt:lpstr>
      <vt:lpstr>Kosten &amp; financiering</vt:lpstr>
      <vt:lpstr>Uniform / Kledingbeleid</vt:lpstr>
      <vt:lpstr>Regels &amp; schoolcultuur</vt:lpstr>
      <vt:lpstr>Lessen &amp; rooster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Koubaa</dc:creator>
  <cp:lastModifiedBy>Mohamed Koubaa</cp:lastModifiedBy>
  <cp:revision>1</cp:revision>
  <dcterms:created xsi:type="dcterms:W3CDTF">2025-11-07T11:17:12Z</dcterms:created>
  <dcterms:modified xsi:type="dcterms:W3CDTF">2025-11-07T11:45:20Z</dcterms:modified>
</cp:coreProperties>
</file>